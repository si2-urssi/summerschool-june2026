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4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3840480"/>
            <a:ext cx="3657600" cy="36576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500" kern="0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STORING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Jupyter Notebooks in Git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.ipynb files clean, diffable, and reviewable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5-minute tour of the options  </a:t>
            </a:r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strip outputs · strip metadata · pair with text (Jupytext)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notebooks fight with version control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.ipynb file is JSON that stores code, results, and metadata all together. Git sees all of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EAF4F4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93976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_blo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105" y="2319833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07568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Bloated repositories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920240" y="262432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plots and images are base64 blobs. Every rerun rewrites them, so the repo grows fast.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EAF4F4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6248" y="2093976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ic_mer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105" y="2319833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07568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Painful merge conflicts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635240" y="262432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run the same notebook and execution counts, outputs, and metadata all collide.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EAF4F4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471416"/>
            <a:ext cx="868680" cy="868680"/>
          </a:xfrm>
          <a:prstGeom prst="ellipse">
            <a:avLst/>
          </a:prstGeom>
          <a:solidFill>
            <a:srgbClr val="024450"/>
          </a:solidFill>
          <a:ln/>
        </p:spPr>
      </p:sp>
      <p:pic>
        <p:nvPicPr>
          <p:cNvPr id="16" name="Image 2" descr="ic_revie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05" y="4697273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4531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Hard code review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920240" y="500176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wade through thousands of lines of output JSON to find the few lines of code that changed.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63640" y="416052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EAF4F4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6248" y="4471416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ic_di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105" y="4697273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4531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Huge, noisy diffs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635240" y="500176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one-line code edit can show as a 500-line diff once outputs and counters are regenerated.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Scientific Software Engineering  ·  Notebooks in Git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4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114800" cy="411480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shared idea behind every option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parts that matter; drop or separate the parts that don't.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6309360" cy="914400"/>
          </a:xfrm>
          <a:prstGeom prst="roundRect">
            <a:avLst>
              <a:gd name="adj" fmla="val 6000"/>
            </a:avLst>
          </a:prstGeom>
          <a:solidFill>
            <a:srgbClr val="02C39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25786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44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294436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actually want to review and track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0" y="276148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611880"/>
            <a:ext cx="6309360" cy="914400"/>
          </a:xfrm>
          <a:prstGeom prst="roundRect">
            <a:avLst>
              <a:gd name="adj" fmla="val 6000"/>
            </a:avLst>
          </a:prstGeom>
          <a:solidFill>
            <a:srgbClr val="F9A03F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43000" y="37216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Outputs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408736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Plots, tables, printed results  —  big and volatile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0" y="390448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754880"/>
            <a:ext cx="6309360" cy="914400"/>
          </a:xfrm>
          <a:prstGeom prst="roundRect">
            <a:avLst>
              <a:gd name="adj" fmla="val 6000"/>
            </a:avLst>
          </a:prstGeom>
          <a:solidFill>
            <a:srgbClr val="E8836B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43000" y="48646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Metadata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523036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counts, kernel info, widget state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0" y="504748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0" y="265176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options differ only in HOW they separate these layers, and in what ends up in the commit.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Scientific Software Engineering  ·  Notebooks in Git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Strip outputs with nbstripout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_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20766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385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5943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all cell outputs (and execution counts) so only code + structure are committed.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automatically before each commit, or as a git filter on the working tree.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Simplest, lowest-friction fix; kills the bloat and most merge noise.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rendered results no longer live in the repo, so you lose the at-a-glance view on GitHub.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360920" y="1554480"/>
            <a:ext cx="4251960" cy="4480560"/>
          </a:xfrm>
          <a:prstGeom prst="roundRect">
            <a:avLst>
              <a:gd name="adj" fmla="val 1720"/>
            </a:avLst>
          </a:prstGeom>
          <a:solidFill>
            <a:srgbClr val="1B2A2E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635240" y="1783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.pre-commit-config.yaml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35240" y="2240280"/>
            <a:ext cx="3794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repo: https://github.com/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kynan/nbstripout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rev: 0.8.1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hooks: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id: nbstripout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files: ".ipynb"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635240" y="4892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pre-commit install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635240" y="52578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 installs as a git filter: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nbstripout --install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6126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More:  </a:t>
            </a:r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github.com/kynan/nbstripout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Scientific Software Engineering  ·  Notebooks in Git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Keep outputs, strip the noisy metadata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DO want results in the repo (tutorials, shared analyses), strip only the volatile bits.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EAF4F4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31136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ic_m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445106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231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What's noisy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874520" y="276148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counts, kernelspec, language_version, widget state, signature, and editor metadata change constantly even when code doesn't.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19202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EAF4F4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56248" y="2231136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ic_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218" y="2445106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2231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to do it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589520" y="276148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nbstripout flags: keep outputs but drop counts/metadata. Or set a git filter via .gitattributes so it's transparent and repo-wide.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429768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1B2A2E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6868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.gitattributes  +  git config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68680" y="48463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*.ipynb filter=nbstripout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*.ipynb diff=ipynb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035040" y="48463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nbstripout --install --attributes .gitattributes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nbstripout --keep-output --keep-count   # selective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More:  </a:t>
            </a:r>
            <a:pPr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github.com/kynan/nbstripout  ·  see the --keep-output / --keep-metadata-keys flags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Scientific Software Engineering  ·  Notebooks in Git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Pair with a text file using Jupytext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_jupy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20766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385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5943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a notebook as a plain .py (or .md) script, paired and kept in sync with the .ipynb.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only the .py file: clean line-by-line diffs, easy review, trivial merges.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.py reads as normal code with # %% cell markers; works with black, ruff, isort.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outputs aren't stored at all; collaborators regenerate them by running the notebook.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360920" y="1554480"/>
            <a:ext cx="4251960" cy="4480560"/>
          </a:xfrm>
          <a:prstGeom prst="roundRect">
            <a:avLst>
              <a:gd name="adj" fmla="val 1720"/>
            </a:avLst>
          </a:prstGeom>
          <a:solidFill>
            <a:srgbClr val="1B2A2E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635240" y="1783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pair, then commit the .py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35240" y="2194560"/>
            <a:ext cx="3794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one-off pairing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jupytext --set-formats \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ipynb,py:percent nb.ipynb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them in sync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jupytext --sync nb.ipynb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35240" y="4114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a pre-commit hook: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35240" y="443484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repo: github.com/mwouts/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jupytext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rev: v1.17.3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hooks: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id: jupytext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args: [--sync]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6126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More:  </a:t>
            </a:r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jupytext.readthedocs.io  ·  github.com/mwouts/jupytext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Scientific Software Engineering  ·  Notebooks in Git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one should you reach for?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920240"/>
                <a:gridCol w="1554480"/>
                <a:gridCol w="48463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4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 in repo?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4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 quality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4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when…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45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nbstripout (strip outputs)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Code-focused projects; you just want the bloat gone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 metadata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Tutorials / shared analyses where rendered results matter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Jupytext pairing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(commit .py)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code review, heavy collaboration, linting &amp; CI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AF4F4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521208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ic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5390388"/>
            <a:ext cx="329184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0200" y="5285232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combine. </a:t>
            </a:r>
            <a:pPr indent="0" marL="0">
              <a:buNone/>
            </a:pPr>
            <a:r>
              <a:rPr lang="en-US" sz="14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setup: Jupytext to pair + sync, with nbstripout also in pre-commit. Pick per repo, not per career.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Scientific Software Engineering  ·  Notebooks in Git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4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4206240" cy="420624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Go home and try this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repo with notebooks and set up a pre-commit hook this week.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2194560"/>
          </a:xfrm>
          <a:prstGeom prst="roundRect">
            <a:avLst>
              <a:gd name="adj" fmla="val 2917"/>
            </a:avLst>
          </a:prstGeom>
          <a:solidFill>
            <a:srgbClr val="0E5562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231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4144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44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17296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Add pre-commit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saw it for linting in this course; notebooks plug into the same .pre-commit-config.yaml.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2148840"/>
            <a:ext cx="3429000" cy="2194560"/>
          </a:xfrm>
          <a:prstGeom prst="roundRect">
            <a:avLst>
              <a:gd name="adj" fmla="val 2917"/>
            </a:avLst>
          </a:prstGeom>
          <a:solidFill>
            <a:srgbClr val="0E5562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4231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44144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44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317296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Strip first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nbstripout. Instant relief from bloat and most merge conflicts, near-zero effort.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2148840"/>
            <a:ext cx="3429000" cy="2194560"/>
          </a:xfrm>
          <a:prstGeom prst="roundRect">
            <a:avLst>
              <a:gd name="adj" fmla="val 2917"/>
            </a:avLst>
          </a:prstGeom>
          <a:solidFill>
            <a:srgbClr val="0E5562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24231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44144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44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29600" y="317296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Pair when reviewing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0" y="36118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Jupytext when notebooks need real code review or live in CI.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10972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8006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0" descr="ic_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4967021"/>
            <a:ext cx="307238" cy="30723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60020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Further reading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600200" y="5138928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nbstripout —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github.com/kynan/nbstripout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Jupytext —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jupytext.readthedocs.io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framework —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pre-commit.com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949440" y="5138928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Jupytext pre-commit guide —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jupytext.readthedocs.io/en/latest/using-pre-commit.html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nbdime (notebook-aware diff/merge) —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nbdime.readthedocs.io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Storing Jupyter Notebooks in Git</dc:title>
  <dc:subject>PptxGenJS Presentation</dc:subject>
  <dc:creator>Summer School on Sustainable Scientific Software</dc:creator>
  <cp:lastModifiedBy>Summer School on Sustainable Scientific Software</cp:lastModifiedBy>
  <cp:revision>1</cp:revision>
  <dcterms:created xsi:type="dcterms:W3CDTF">2026-06-09T19:04:08Z</dcterms:created>
  <dcterms:modified xsi:type="dcterms:W3CDTF">2026-06-09T19:04:08Z</dcterms:modified>
</cp:coreProperties>
</file>